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8ABC2-53B7-A742-3734-AAB23C392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727D0C-8325-0040-DA61-13119C18B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A17A4A-3E22-74C3-A4AD-102EBFF9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CB619C-BD26-95DF-47AC-872F241F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86A560-F1AE-CEC3-1A73-4B824E7E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51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55DA8-7DCA-1017-7CBE-1CBA2638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7B6FAD-285C-0E0E-543A-36F80C150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B8EFCC-A9C0-FA5C-07A7-D731D40C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0A2029-4A35-56CD-9DBB-E2FC0D37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F87FBF-C1FD-8D75-1FE7-1205DFCD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96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BE130-653D-16F3-5BFA-B6E64381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DE902A-E913-CFCC-1D36-E10E5D19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51AE9B-C392-F8CD-0969-8582BA9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818EF3-53A1-A4C7-0B1C-25C16798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D8992-B835-AF2B-38CB-7D709943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23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6CCDF-7582-4B51-6F52-307D48A5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C43CF3-448A-382E-41E9-B2069B8A3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60569-66E8-B815-5D6B-AF70AE91B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B6BE31-DCFE-8702-0768-BBE13868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666AE4-23E8-D463-A47C-4EB0AFEA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71C363-C80A-403D-D36C-91F3C5B6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071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8F55F-6553-5373-20D8-44BE84B8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C110B3-77DC-8CFC-C90D-DAA21476A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C55311-A06D-1966-F940-11A037705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555D83-817B-35EF-0E0E-D4995D154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70550E-F96B-9BE5-2F87-0EA0D7F2C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BAD715-1F11-0B0B-6BA4-B730D10C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58BEC9-5092-C2D8-608E-5ACFF414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72D9937-0D5A-B4B9-41F5-7B1F347C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85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F594A-2CB0-A61B-6713-B2E260C1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F379B0-ADD8-3542-AC69-8B718E25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EB8AC7-2653-0EAA-30FD-B78741FE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21E157-4F3F-2A34-2E56-EBFCC2F4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89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D1BF162-3578-FED3-EB9C-06CF3B31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95C1123-C0B6-3ACA-7C8D-1AC785B8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F72EDB-523B-41BC-757E-180433CF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23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DC249-7542-CDC4-8C75-77527155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D516DD-21DB-C961-4E97-21586F7A7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B72105-2B2A-5A9D-8C46-C7F66142F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0722AC-BC93-1D01-6AC4-472EE231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814C39-2867-4E7D-5445-0AA6EEB3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64BC9B-E3C2-4F87-BCBA-51787116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95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E90AF-0060-2A05-6856-FED75942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942F7DB-DC50-013B-1C1D-73A7EAC73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D240C1-7576-612D-CBF0-AC71A41C0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A4C97A-970D-A21E-56B1-F4FBB575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244F70-AF18-7187-8CE3-340F2939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5719E5-A631-5C50-498C-D89D74B7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38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F52A8-5630-7EA8-BC02-90A4BD86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6BF6F1-EA88-019A-FA04-86C9D8BB1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21151F-05A2-616D-CA2F-960B185F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B0ABC0-E782-CFF8-5183-5E33C52B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C438BD-69B8-0C00-7989-79A818C2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7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200EEC-872A-4D26-150C-630E3BDBF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4AB97A-CA51-6030-0F06-658EA0841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536218-1B2C-FD46-750F-ACC53770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D2C6C3-8BC7-659E-9709-C100C467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A3F85C-5A5C-5872-0686-92A61091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81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C4DCE8A-33ED-E5F2-4DB3-5E46F6A3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325709-C4AF-248B-FE6B-A269800AC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7B391-B6BF-8BAD-3D84-5DD904EEB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CAF32-18FD-4B67-A8EB-1D4FA0056672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547416-CD37-C78B-A9B0-3EAAEC2F8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FE140D-149A-45F6-A2DE-595F5319C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12D2F-A683-47F5-9FD6-0762EC015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44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27A4053-0FF8-2CBF-7740-6415AF7F3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1" y="402862"/>
            <a:ext cx="6348010" cy="4016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AF62764-0B51-9548-8F00-D99E34035757}"/>
              </a:ext>
            </a:extLst>
          </p:cNvPr>
          <p:cNvSpPr txBox="1"/>
          <p:nvPr/>
        </p:nvSpPr>
        <p:spPr>
          <a:xfrm>
            <a:off x="6787299" y="603315"/>
            <a:ext cx="49584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Notre laboratoire veille à la qualité des matières premières, des encours de production ainsi que des produits finis ». Il n’est pas nécessaire de préciser le nombre d’analyses réalisées.</a:t>
            </a:r>
          </a:p>
          <a:p>
            <a:endParaRPr lang="fr-FR" dirty="0"/>
          </a:p>
          <a:p>
            <a:r>
              <a:rPr lang="fr-FR" b="1" dirty="0"/>
              <a:t>Quelques analyses effectuées :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Analyses physico-chimiques (teneur en eau, Teneur en protéines, cendres, etc.) 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Taux d’amidon endommagé 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err="1"/>
              <a:t>Falling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/ temps de chute 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Granulométrie de la farine et du blé ;</a:t>
            </a:r>
          </a:p>
          <a:p>
            <a:r>
              <a:rPr lang="fr-FR" dirty="0"/>
              <a:t>Poids de mille grains ;</a:t>
            </a:r>
          </a:p>
          <a:p>
            <a:r>
              <a:rPr lang="fr-FR" dirty="0"/>
              <a:t>Poids spécifique ;</a:t>
            </a:r>
          </a:p>
          <a:p>
            <a:r>
              <a:rPr lang="fr-FR" dirty="0"/>
              <a:t>Analyses rhéologiques (élasticité, extensibilité, indice d’élasticité, force, etc.).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472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3A32-7EE0-9CDC-BFB1-FD9E0A0A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658D659-0A22-FFCE-5BB8-0B9F8F653FA6}"/>
              </a:ext>
            </a:extLst>
          </p:cNvPr>
          <p:cNvSpPr txBox="1"/>
          <p:nvPr/>
        </p:nvSpPr>
        <p:spPr>
          <a:xfrm>
            <a:off x="4813955" y="2184221"/>
            <a:ext cx="70512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n’existe pas de laboratoire de microbiologie au sein de notre usine.</a:t>
            </a:r>
          </a:p>
          <a:p>
            <a:r>
              <a:rPr lang="fr-FR" dirty="0"/>
              <a:t>Les délais de livraison peuvent varier selon la destination ; ils ne peuvent donc pas être fixés à 24 heures pour les régions du Nord, compte tenu de la distance.</a:t>
            </a:r>
          </a:p>
          <a:p>
            <a:r>
              <a:rPr lang="fr-FR" dirty="0"/>
              <a:t>À ce jour, aucun audit qualité externe n’a encore été réalisé.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7047FE-3C3C-074E-A112-F8B703D4F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96" y="422808"/>
            <a:ext cx="11538408" cy="15734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F9CB38-24C7-29CF-292C-B0E9D54B3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54" y="3775003"/>
            <a:ext cx="8267307" cy="217354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F9BD2A8-D665-DD92-33B1-E7A7A79F0D19}"/>
              </a:ext>
            </a:extLst>
          </p:cNvPr>
          <p:cNvSpPr txBox="1"/>
          <p:nvPr/>
        </p:nvSpPr>
        <p:spPr>
          <a:xfrm>
            <a:off x="4293908" y="5948545"/>
            <a:ext cx="7898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ne sommes pas certifiés ISO 22000 ni ISO 9001.</a:t>
            </a:r>
          </a:p>
          <a:p>
            <a:r>
              <a:rPr lang="fr-FR" dirty="0"/>
              <a:t>D’après les informations disponibles, un laboratoire existait au sein de l’usine avant l’année 2015.</a:t>
            </a:r>
          </a:p>
        </p:txBody>
      </p:sp>
      <p:sp>
        <p:nvSpPr>
          <p:cNvPr id="9" name="Flèche : angle droit 8">
            <a:extLst>
              <a:ext uri="{FF2B5EF4-FFF2-40B4-BE49-F238E27FC236}">
                <a16:creationId xmlns:a16="http://schemas.microsoft.com/office/drawing/2014/main" id="{CB944A99-4AAF-6C74-C460-C9B99E631602}"/>
              </a:ext>
            </a:extLst>
          </p:cNvPr>
          <p:cNvSpPr/>
          <p:nvPr/>
        </p:nvSpPr>
        <p:spPr>
          <a:xfrm rot="5400000">
            <a:off x="4026164" y="2135094"/>
            <a:ext cx="801279" cy="77430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angle droit 9">
            <a:extLst>
              <a:ext uri="{FF2B5EF4-FFF2-40B4-BE49-F238E27FC236}">
                <a16:creationId xmlns:a16="http://schemas.microsoft.com/office/drawing/2014/main" id="{5AD8705E-BD66-D1FE-A4FA-C12B4CD22E65}"/>
              </a:ext>
            </a:extLst>
          </p:cNvPr>
          <p:cNvSpPr/>
          <p:nvPr/>
        </p:nvSpPr>
        <p:spPr>
          <a:xfrm rot="10800000" flipH="1">
            <a:off x="8543174" y="4936315"/>
            <a:ext cx="742227" cy="77430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1945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178</Words>
  <Application>Microsoft Office PowerPoint</Application>
  <PresentationFormat>Grand écran</PresentationFormat>
  <Paragraphs>15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betang nelvile</dc:creator>
  <cp:lastModifiedBy>betang nelvile</cp:lastModifiedBy>
  <cp:revision>1</cp:revision>
  <dcterms:created xsi:type="dcterms:W3CDTF">2026-01-12T18:50:59Z</dcterms:created>
  <dcterms:modified xsi:type="dcterms:W3CDTF">2026-01-12T19:53:11Z</dcterms:modified>
</cp:coreProperties>
</file>